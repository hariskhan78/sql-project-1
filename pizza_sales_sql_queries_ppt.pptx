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72" r:id="rId4"/>
    <p:sldId id="273" r:id="rId5"/>
    <p:sldId id="271" r:id="rId6"/>
    <p:sldId id="269" r:id="rId7"/>
    <p:sldId id="270" r:id="rId8"/>
    <p:sldId id="268" r:id="rId9"/>
    <p:sldId id="266" r:id="rId10"/>
    <p:sldId id="265" r:id="rId11"/>
    <p:sldId id="264" r:id="rId12"/>
    <p:sldId id="263" r:id="rId13"/>
    <p:sldId id="262" r:id="rId14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09A47-4439-E7E2-EBC8-2FF54949E0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491FDE-3040-AF7F-A4E1-C58C42F020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507FF-B139-B1DE-8A12-8893A1A7F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F1D81-81AC-4641-9289-0259F2D79D4E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7B94D-6959-5856-2D3E-D0F99FDB1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FF1C6-539E-6A48-40D8-DE5995F14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F0FDD-6063-41A8-87D7-9D6E4ABD077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3123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A728F-7B5F-6174-3612-5FF333400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7B5C4-4B22-BE05-C610-C8362F7DD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3CC8B-4913-5DDC-CEF7-FB07F8F03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F1D81-81AC-4641-9289-0259F2D79D4E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2B6AD-A144-6B72-0FBD-2244E33B6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2C47A-455C-A16E-0F4A-925C12914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F0FDD-6063-41A8-87D7-9D6E4ABD077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9185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4383E-4232-9AC1-46EB-8DDDCACB1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D3F49-15E7-2D97-2DCB-420EA2155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E2A84-E974-908D-6532-A29B4DC0B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F1D81-81AC-4641-9289-0259F2D79D4E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3D059-7347-2BF5-A315-751D5CD09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7EBE3-7B0C-3D7F-6D07-16969F864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F0FDD-6063-41A8-87D7-9D6E4ABD077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48326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C24D9-4397-59D5-6D72-ADB54B343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ECC61-282D-DA2B-B7B5-287F7F1BE5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BF2E89-8C50-2506-1ABE-A4EE3A057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C529-DD8C-0F62-B3E4-647EBBBF1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F1D81-81AC-4641-9289-0259F2D79D4E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D1EC0-F2F6-D8AF-851F-E8AAE55A5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27ED8-1E23-1D37-9FC4-50150CC71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F0FDD-6063-41A8-87D7-9D6E4ABD077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96103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DF103-E3F4-3A0C-BEEB-9A1A8388F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3CA8B-1406-A6DB-3F32-27D84E158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3764FD-26FA-35F9-44BB-1985D2F9C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81E68-AAF4-6254-0481-83A7B38DA8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FD2F84-BFCA-1F37-EBF4-518C524F6D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A33105-550A-89A7-DEFF-6C0408656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F1D81-81AC-4641-9289-0259F2D79D4E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EBC0AA-4F6F-EA9B-1DA6-516CC2B52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E2277F-E9F2-C3D0-C08A-D15633558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F0FDD-6063-41A8-87D7-9D6E4ABD077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48377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E4455-CB38-0338-053A-2C1729705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156AF-408E-A8AE-0FC5-328758D80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F1D81-81AC-4641-9289-0259F2D79D4E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9254C6-B08A-7B5C-FCBF-9FB82904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35DD1-340D-A1B7-460D-295E58327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F0FDD-6063-41A8-87D7-9D6E4ABD077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64797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112818-4B16-889B-61C1-5B877D8F5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F1D81-81AC-4641-9289-0259F2D79D4E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292B0-9F2D-B20F-FBBD-8E51800EB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A2813-5AED-8FAE-414C-AF64847F6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F0FDD-6063-41A8-87D7-9D6E4ABD077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88875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D25CE-AF8D-8BAE-6F3D-492B7E4D8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1C83D-95A2-B7C5-0AC7-CC633F2C9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9B45A6-D5CF-511B-DEAF-B919FCF47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EB140-8DF2-E507-E5A7-4B2E8B9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F1D81-81AC-4641-9289-0259F2D79D4E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579DD-8318-11E4-FF3A-41CD005C2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3F69B-402D-CA26-C5AB-12324FAF7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F0FDD-6063-41A8-87D7-9D6E4ABD077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25862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BDC5A-9E27-5F3C-C1F9-64E94A206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CCB7BC-B2F6-DD09-10C0-8ACD4AA3E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F00F3E-5C71-7615-4795-500753E8E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74243-2A91-34E3-3A5B-C026BB39D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F1D81-81AC-4641-9289-0259F2D79D4E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469B2-189F-F0A6-7D95-366F33F58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3D563-F3FC-8310-42FF-8F2ED9DC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F0FDD-6063-41A8-87D7-9D6E4ABD077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9050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353D4-4D1F-BF32-15C2-0DEB11EFB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8F601B-D59F-AAFB-CEEB-C9FCC451C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5006C-2D85-B482-97F7-17485B708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F1D81-81AC-4641-9289-0259F2D79D4E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52F6F-0D0E-B16B-DB2F-9D191B3AE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6CD38-F1C9-AC68-20EB-CAB90A518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F0FDD-6063-41A8-87D7-9D6E4ABD077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40350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0181AB-B89F-55C1-0B62-C199A9E5A9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189850-EDCD-C68D-DFD8-CF5DA4153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C2FE4-2161-E0F6-E760-2FF5CA8C9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F1D81-81AC-4641-9289-0259F2D79D4E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6A0A4-7735-8CEC-C915-9A059C4FF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3BFA7-2C14-DD6C-2DF9-CB1D51A71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F0FDD-6063-41A8-87D7-9D6E4ABD077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67105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778BF3-3358-4275-81E9-CA782EEA1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C93E0-CC9A-BEE5-77C2-275ECE467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97270-A554-1A65-0ABF-C36C96609A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F1D81-81AC-4641-9289-0259F2D79D4E}" type="datetimeFigureOut">
              <a:rPr lang="en-PK" smtClean="0"/>
              <a:t>01/08/2026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24C02-0F94-33C8-509B-BB1956DC7B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713DC-B961-143A-3DD2-DD70E6F70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AF0FDD-6063-41A8-87D7-9D6E4ABD077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5516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11255-27D3-D879-815B-0DD9B3C8E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2233DE-C3A0-2891-1570-397CB91548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900972-943F-E881-9DC5-0BD3EDB18D0C}"/>
              </a:ext>
            </a:extLst>
          </p:cNvPr>
          <p:cNvSpPr txBox="1"/>
          <p:nvPr/>
        </p:nvSpPr>
        <p:spPr>
          <a:xfrm>
            <a:off x="730045" y="34658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</a:t>
            </a:r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EEECC8-92FC-C97F-540A-FFA6C604472C}"/>
              </a:ext>
            </a:extLst>
          </p:cNvPr>
          <p:cNvSpPr txBox="1"/>
          <p:nvPr/>
        </p:nvSpPr>
        <p:spPr>
          <a:xfrm>
            <a:off x="730045" y="4060587"/>
            <a:ext cx="1587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  <a:endParaRPr lang="en-PK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B7F61A-0CE3-D1AF-0B3B-DFD5990DA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84" y="927177"/>
            <a:ext cx="10267335" cy="31334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664579D-5EA4-9621-C659-F8B5B1A71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097" y="4734232"/>
            <a:ext cx="8846337" cy="212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4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FAD9C-2745-0250-209C-B6002FADF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1130-D59B-0AB2-CD2A-FF5D845043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DB4EE-59E5-75A1-2133-CEC71CFF0B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00ED50-1E9F-172B-795A-F0CF543A3638}"/>
              </a:ext>
            </a:extLst>
          </p:cNvPr>
          <p:cNvSpPr txBox="1"/>
          <p:nvPr/>
        </p:nvSpPr>
        <p:spPr>
          <a:xfrm>
            <a:off x="730045" y="34658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</a:t>
            </a:r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311CF7-A1A0-3306-A596-F57B618BF15D}"/>
              </a:ext>
            </a:extLst>
          </p:cNvPr>
          <p:cNvSpPr txBox="1"/>
          <p:nvPr/>
        </p:nvSpPr>
        <p:spPr>
          <a:xfrm>
            <a:off x="730045" y="4060587"/>
            <a:ext cx="1587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75A04A-5434-950D-227C-25DB5AB66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25" y="1268984"/>
            <a:ext cx="10463981" cy="28315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194427-900B-A5AB-1E7A-3BC8840CB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245" y="4429918"/>
            <a:ext cx="10463981" cy="242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667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17EC0-25AF-2019-8973-4B087DCE3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D55BC-1DF2-3E69-09C3-9EAC02D0CB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3DA2CD-49B4-E7B5-BDCB-3DA0E582BC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DE5835-F189-E265-60F5-2E86E02FA696}"/>
              </a:ext>
            </a:extLst>
          </p:cNvPr>
          <p:cNvSpPr txBox="1"/>
          <p:nvPr/>
        </p:nvSpPr>
        <p:spPr>
          <a:xfrm>
            <a:off x="730045" y="34658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</a:t>
            </a:r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219177-5858-B963-C188-6AB6BD1990A2}"/>
              </a:ext>
            </a:extLst>
          </p:cNvPr>
          <p:cNvSpPr txBox="1"/>
          <p:nvPr/>
        </p:nvSpPr>
        <p:spPr>
          <a:xfrm>
            <a:off x="730045" y="4060587"/>
            <a:ext cx="1587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116C6D-F6AA-E0CD-07AA-84CE1EEA9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149" y="1265202"/>
            <a:ext cx="9866670" cy="26873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FC0E62-6781-4B4D-3651-ECCFCCF95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9" y="4570866"/>
            <a:ext cx="10245213" cy="228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84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0473B-72C0-67FE-443A-2131C01EA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FD623-D882-AC52-454C-91C174DC5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14F34-C072-F654-8ACD-A4F85A6B44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A553FC-F1C1-81B2-2347-F37109D617F6}"/>
              </a:ext>
            </a:extLst>
          </p:cNvPr>
          <p:cNvSpPr txBox="1"/>
          <p:nvPr/>
        </p:nvSpPr>
        <p:spPr>
          <a:xfrm>
            <a:off x="730045" y="34658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</a:t>
            </a:r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D3526A-25DE-1B33-016E-24F8162FD7C3}"/>
              </a:ext>
            </a:extLst>
          </p:cNvPr>
          <p:cNvSpPr txBox="1"/>
          <p:nvPr/>
        </p:nvSpPr>
        <p:spPr>
          <a:xfrm>
            <a:off x="730045" y="4060587"/>
            <a:ext cx="1587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5684F8-720A-2941-D1B8-1E3445497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189" y="715920"/>
            <a:ext cx="10339785" cy="32366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781F66-D262-988E-98AE-F28DCE3D3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284" y="4600362"/>
            <a:ext cx="10043703" cy="225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15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97E2D-8551-81AC-7CD3-79320FD15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7D1C9-13D4-2334-FA77-F25B923A1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7D37C3-B463-7259-C9AD-9C5C4875BE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CCA218-4325-67BA-FDE5-0634E4F7627B}"/>
              </a:ext>
            </a:extLst>
          </p:cNvPr>
          <p:cNvSpPr txBox="1"/>
          <p:nvPr/>
        </p:nvSpPr>
        <p:spPr>
          <a:xfrm>
            <a:off x="730045" y="34658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</a:t>
            </a:r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7B3D5B-8B68-687E-1631-805D9620EB38}"/>
              </a:ext>
            </a:extLst>
          </p:cNvPr>
          <p:cNvSpPr txBox="1"/>
          <p:nvPr/>
        </p:nvSpPr>
        <p:spPr>
          <a:xfrm>
            <a:off x="393289" y="3825649"/>
            <a:ext cx="1587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F8D936-0D91-25FD-51F0-604F600A4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245" y="887213"/>
            <a:ext cx="10080523" cy="29384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4AFD43-9A55-EF0A-ECF1-160393930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244" y="4194981"/>
            <a:ext cx="10080523" cy="258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112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225E4-BE87-1980-58E3-BEB137FC5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BC9FF-B20F-1429-A34B-4163A22A2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DBF838-EC22-B829-814E-E67788A644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91E50F-B775-76C0-3004-1A9BB9D66676}"/>
              </a:ext>
            </a:extLst>
          </p:cNvPr>
          <p:cNvSpPr txBox="1"/>
          <p:nvPr/>
        </p:nvSpPr>
        <p:spPr>
          <a:xfrm>
            <a:off x="730045" y="34658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</a:t>
            </a:r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246495-E693-DE19-CB11-9548E260FFFF}"/>
              </a:ext>
            </a:extLst>
          </p:cNvPr>
          <p:cNvSpPr txBox="1"/>
          <p:nvPr/>
        </p:nvSpPr>
        <p:spPr>
          <a:xfrm>
            <a:off x="730045" y="4060587"/>
            <a:ext cx="1587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799680-3D44-2995-FA19-3F2545E49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55889"/>
            <a:ext cx="9684774" cy="33046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E9E6F3-D711-88E6-58B0-4DDD3B8EC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134" y="4741183"/>
            <a:ext cx="9684773" cy="211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70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C8194-3774-83E9-DAD2-A705C0269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BF218-700D-6161-95E3-BA2999E39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E2E481-67B3-FE0F-7C1E-CF4B1614E5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DBC731-5EB1-02E9-E58E-277C7164FA1F}"/>
              </a:ext>
            </a:extLst>
          </p:cNvPr>
          <p:cNvSpPr txBox="1"/>
          <p:nvPr/>
        </p:nvSpPr>
        <p:spPr>
          <a:xfrm>
            <a:off x="730045" y="34658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</a:t>
            </a:r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ED181C-A2A6-0C0F-F76C-00949D38FBD1}"/>
              </a:ext>
            </a:extLst>
          </p:cNvPr>
          <p:cNvSpPr txBox="1"/>
          <p:nvPr/>
        </p:nvSpPr>
        <p:spPr>
          <a:xfrm>
            <a:off x="717755" y="3520077"/>
            <a:ext cx="1587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D7868C-29BF-1666-3814-8A5B7A537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245" y="965179"/>
            <a:ext cx="10131059" cy="24638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188011-DC3B-A448-675C-2B93DBA12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245" y="3971370"/>
            <a:ext cx="10287000" cy="270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311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1590C-0FA3-9326-A7AE-B5B6D000A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14D81-BB96-A2D4-4578-52A1D0392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765347-E718-ADE8-7720-773271A94D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B420A9-8EE9-D6E0-4133-3D9AB81C28CB}"/>
              </a:ext>
            </a:extLst>
          </p:cNvPr>
          <p:cNvSpPr txBox="1"/>
          <p:nvPr/>
        </p:nvSpPr>
        <p:spPr>
          <a:xfrm>
            <a:off x="730045" y="34658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</a:t>
            </a:r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E8C828-591C-386C-D3FB-C52C703AD8AA}"/>
              </a:ext>
            </a:extLst>
          </p:cNvPr>
          <p:cNvSpPr txBox="1"/>
          <p:nvPr/>
        </p:nvSpPr>
        <p:spPr>
          <a:xfrm>
            <a:off x="730045" y="4060587"/>
            <a:ext cx="1587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7A5604-B631-51CF-7E6A-9D4F90482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245" y="1110440"/>
            <a:ext cx="9756058" cy="24915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7BF1FD-02FD-8D7D-C413-D6A97B3B2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882" y="4669287"/>
            <a:ext cx="9277118" cy="207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029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81BD6-DDC8-A241-1959-C1BA73BAA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5464-1407-6BF6-AAD5-2482038814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89210E-E074-88A9-42E3-80C31B5F01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059A99-425A-89CD-4136-2C8B50E33084}"/>
              </a:ext>
            </a:extLst>
          </p:cNvPr>
          <p:cNvSpPr txBox="1"/>
          <p:nvPr/>
        </p:nvSpPr>
        <p:spPr>
          <a:xfrm>
            <a:off x="730045" y="34658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</a:t>
            </a:r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00BE18-DCE7-ACA2-AFB3-A2BE9A6EC840}"/>
              </a:ext>
            </a:extLst>
          </p:cNvPr>
          <p:cNvSpPr txBox="1"/>
          <p:nvPr/>
        </p:nvSpPr>
        <p:spPr>
          <a:xfrm>
            <a:off x="730045" y="4060587"/>
            <a:ext cx="1587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7CFEB5-CA5F-1FFC-7DA8-59835357F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516" y="977561"/>
            <a:ext cx="10596716" cy="28613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D4AEAF-E226-1BEB-71A8-C68FB0109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16" y="4607718"/>
            <a:ext cx="9672484" cy="208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660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548D0-5A87-6CA4-3AF7-0EC50DF6B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4DE31-6340-3FEA-DA16-72DFC5E37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EDF70-5952-F972-A826-EE89A8A952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C46637-C4A7-285C-1265-330AC1623315}"/>
              </a:ext>
            </a:extLst>
          </p:cNvPr>
          <p:cNvSpPr txBox="1"/>
          <p:nvPr/>
        </p:nvSpPr>
        <p:spPr>
          <a:xfrm>
            <a:off x="730045" y="34658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</a:t>
            </a:r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9E914F-39BA-8B17-563B-75268E27EAEE}"/>
              </a:ext>
            </a:extLst>
          </p:cNvPr>
          <p:cNvSpPr txBox="1"/>
          <p:nvPr/>
        </p:nvSpPr>
        <p:spPr>
          <a:xfrm>
            <a:off x="730045" y="4429919"/>
            <a:ext cx="1587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18F149-6A9A-F73E-E876-460D9A9F9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245" y="968196"/>
            <a:ext cx="9480755" cy="32793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8C17AA-0824-714E-D1BB-9C7222EE8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057" y="4981635"/>
            <a:ext cx="9825253" cy="187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178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CDCAD-B44E-145F-BFCF-E89B18D56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28133-B5D3-975D-3650-4A4C45CEB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B7989-4DAF-D00B-7831-4C7C7192ED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EBAB12-D33F-E57B-4BDB-D1A8E5E4C0B2}"/>
              </a:ext>
            </a:extLst>
          </p:cNvPr>
          <p:cNvSpPr txBox="1"/>
          <p:nvPr/>
        </p:nvSpPr>
        <p:spPr>
          <a:xfrm>
            <a:off x="730045" y="34658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</a:t>
            </a:r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B23553-6890-870B-7A5F-1279D7F13FE2}"/>
              </a:ext>
            </a:extLst>
          </p:cNvPr>
          <p:cNvSpPr txBox="1"/>
          <p:nvPr/>
        </p:nvSpPr>
        <p:spPr>
          <a:xfrm>
            <a:off x="730045" y="4316630"/>
            <a:ext cx="1587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445D2A-4261-C9F7-709C-9BE1BAE86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03" y="715919"/>
            <a:ext cx="10294373" cy="36007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8BA73D-F310-E7FF-CE07-0E667F8B9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724" y="4848076"/>
            <a:ext cx="10166552" cy="1856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959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BA034-3BF5-B538-F5F6-244723371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BF902-0BB4-3F06-FC46-24F2BA708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70806C-508E-015C-0EB8-B72BC9068D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D0C35A-D8F6-5AA1-7845-B65335962A6B}"/>
              </a:ext>
            </a:extLst>
          </p:cNvPr>
          <p:cNvSpPr txBox="1"/>
          <p:nvPr/>
        </p:nvSpPr>
        <p:spPr>
          <a:xfrm>
            <a:off x="730045" y="34658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</a:t>
            </a:r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6CE83-EBB6-922D-1F4C-7629427F2FB0}"/>
              </a:ext>
            </a:extLst>
          </p:cNvPr>
          <p:cNvSpPr txBox="1"/>
          <p:nvPr/>
        </p:nvSpPr>
        <p:spPr>
          <a:xfrm>
            <a:off x="730045" y="3660914"/>
            <a:ext cx="3355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FULL OUTPUT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04A8D9-E85C-CC8E-84E8-C1CB444DF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115" y="715920"/>
            <a:ext cx="10364408" cy="28861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E8C5A4-A3FD-FE61-04D8-AF0D966EC4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9860"/>
          <a:stretch>
            <a:fillRect/>
          </a:stretch>
        </p:blipFill>
        <p:spPr>
          <a:xfrm>
            <a:off x="859115" y="4128593"/>
            <a:ext cx="10364408" cy="2516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862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8E8AD-A105-6B4D-4B99-5B287189B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6B3B7-8BD0-40B6-31B3-804E881ED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24A340-F193-BDF2-F7B5-0EAB1C4FD9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76E360-1536-1680-BC17-16555267988B}"/>
              </a:ext>
            </a:extLst>
          </p:cNvPr>
          <p:cNvSpPr txBox="1"/>
          <p:nvPr/>
        </p:nvSpPr>
        <p:spPr>
          <a:xfrm>
            <a:off x="730045" y="34658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</a:t>
            </a:r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229ADA-B0D7-7A95-1EB1-12F6510D2FA5}"/>
              </a:ext>
            </a:extLst>
          </p:cNvPr>
          <p:cNvSpPr txBox="1"/>
          <p:nvPr/>
        </p:nvSpPr>
        <p:spPr>
          <a:xfrm>
            <a:off x="730045" y="3806374"/>
            <a:ext cx="1587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15F22C-69E0-47F2-8C72-A48E14837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583" y="715918"/>
            <a:ext cx="10180939" cy="31776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47036E-0EC4-B7B6-909A-306225E93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45" y="4146210"/>
            <a:ext cx="10493477" cy="259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742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54</Words>
  <Application>Microsoft Office PowerPoint</Application>
  <PresentationFormat>Widescreen</PresentationFormat>
  <Paragraphs>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2026-08-01T15:21:30Z</dcterms:created>
  <dcterms:modified xsi:type="dcterms:W3CDTF">2026-08-01T15:40:00Z</dcterms:modified>
</cp:coreProperties>
</file>